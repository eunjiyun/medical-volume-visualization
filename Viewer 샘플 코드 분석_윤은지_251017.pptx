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70" r:id="rId13"/>
    <p:sldId id="269" r:id="rId14"/>
    <p:sldId id="271" r:id="rId15"/>
    <p:sldId id="272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08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A809CA-D0A1-40AD-BFD8-6ECD2BB8151D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3A747C-7E9B-4B51-8C12-8CA3F8E534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0150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A747C-7E9B-4B51-8C12-8CA3F8E5345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3465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FF045-6EFF-BF7C-D34F-7BBBD8F80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1F2D91-F35B-0B91-5952-8CED7B30A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DE5C29-7335-20A8-0726-0D0A25875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EE8D17-A534-A2A2-4555-320ED81139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A747C-7E9B-4B51-8C12-8CA3F8E5345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471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27F2E-CD9D-1DE3-B0EE-973E3242B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011C22-E9DC-4AF8-C445-EB45A2CCCB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8DDFA31-D7E2-10DB-9945-D8DD72BEE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4AF7E1-E4D0-6F0C-2C91-D9A46CB17D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A747C-7E9B-4B51-8C12-8CA3F8E5345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490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A747C-7E9B-4B51-8C12-8CA3F8E53459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354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851BF-69F9-4AAF-34E9-F47942D92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905F94-911D-E86C-2039-423AE66D8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C2507F-FC91-24DE-25D9-57620F6358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A58CF-2CE9-B7B9-6497-B916D9BDD5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3A747C-7E9B-4B51-8C12-8CA3F8E53459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508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C5F1B0-1677-5820-D7BE-C8FCFEF433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3B3DB2-83B3-6BC7-B5E0-804DA5C530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18B813-1D77-4765-6463-DFDEF2480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3E0A-2562-4884-BDAB-873ADE9800EF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1B5323-3084-DA4A-7F38-5239E47E1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69189E-195E-60E1-7A63-6806621C2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D7351-4463-4F46-BA60-54B5022157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1605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B41BE-5BD4-0D3D-A3C0-1162E57EB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E15DD5-22B2-FA5E-5AB1-C5BCEC830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04503D-2E82-3C89-CD54-331EAD2F6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3E0A-2562-4884-BDAB-873ADE9800EF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2459F5-8740-8731-83C9-415904E75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F45581-A4B7-86A1-7832-191F1BED1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D7351-4463-4F46-BA60-54B5022157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6313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2395D3-7D3D-26DB-63FA-EF11576D6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AFD452-D8DC-3896-B89C-2470810B9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EECF97-C2C9-D91A-C421-935D22754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3E0A-2562-4884-BDAB-873ADE9800EF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FD3261-A16B-598C-4C1E-70793EA58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BB2E5D-B4D3-1100-B657-4D9DF3C39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D7351-4463-4F46-BA60-54B5022157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4522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CF4844-8524-6128-55EC-5F00C4D00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8DE6A3-9C4D-EBE7-468C-765714CDD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16ED7B-C5A4-197C-D661-0762DD8BE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ADA85F-8DBF-5533-2E0C-80860CC7A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3E0A-2562-4884-BDAB-873ADE9800EF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CC4DD7-6735-D3CC-6F48-C79F33BE0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1C4E5B-B2C0-AE47-739F-D62FBE0B6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D7351-4463-4F46-BA60-54B5022157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8684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325CD9-6054-75E6-57E9-9EE557047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ABB732-ABA0-9DAA-7347-E1A4C8E1A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E430EB7-8F5A-C839-3A90-6C494BD09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5E902C4-27B0-3D23-614A-3B77BD952B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77FEE74-5A33-2625-EBA3-6B4953ADBF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6B4C46-E2FB-EADF-5A3F-41F8544CF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3E0A-2562-4884-BDAB-873ADE9800EF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723CE72-EDAC-1434-EE0C-8EA8D23CC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1EC5024-3216-4453-D711-2C3F6B9BF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D7351-4463-4F46-BA60-54B5022157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7909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0A5CD7-CAAD-0C12-848E-6C8546C28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FAFE34F-0E16-C9DC-1C5B-6770A9987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3E0A-2562-4884-BDAB-873ADE9800EF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1316D60-6A51-46AB-1EAA-2F0ECAEFA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080750-C7BE-8318-B1B8-AB95F01B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D7351-4463-4F46-BA60-54B5022157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572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427E360-1C63-5D14-513C-B7A9FEB11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3E0A-2562-4884-BDAB-873ADE9800EF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40135E3-A6AA-3022-A70C-A10FBCF49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40C3CC-4409-91A2-3B48-6223FBDBF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D7351-4463-4F46-BA60-54B5022157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801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F0F3F-10B0-6C87-2530-C49FF58A7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16E157-8F65-445F-9DE8-05F37B377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58D17A-E4AB-9CF5-991B-E3FE84005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FFFBDC-E9EE-4C19-9CEA-914B972D1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3E0A-2562-4884-BDAB-873ADE9800EF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A41FDA-A3B2-7ADC-B6F7-31C7D43F8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678ECC-1E1B-1684-90A5-00B9ACC54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D7351-4463-4F46-BA60-54B5022157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2861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3E54E7-2BBB-543B-B604-492AE0A58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CFA8ED6-E894-A49B-07D2-2AF51AD211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F914BF2-6F6E-845C-671C-B5AD0EDB9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58B8F2-811F-6395-579E-373FC05C6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3E0A-2562-4884-BDAB-873ADE9800EF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9E7F8C-C67B-CCD7-7B44-1BC884E96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75FBC1-2F5C-C059-1CB7-0EC5F3A0D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D7351-4463-4F46-BA60-54B5022157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308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73977C-1B36-E6E7-64FD-302A95BEE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65C8BC-B18D-1923-2FE0-B79E12C47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AD42FD-1C93-7BD4-54B9-ECA42408F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3E0A-2562-4884-BDAB-873ADE9800EF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84193-814A-6F6D-819E-6C33BDFF2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24E9BD-096B-0095-2EB3-77667C519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D7351-4463-4F46-BA60-54B5022157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054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C5903F6-416C-B89D-9D78-D212EEFB92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3E2A76-839F-6177-C372-D46BAD7AF4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EEDB9E-069A-F066-5176-3AD50419B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3E0A-2562-4884-BDAB-873ADE9800EF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B00CF5-4C78-73B8-63F6-DA73EE3C0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4392C1-B6DA-0D81-CC64-E116D81B6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D7351-4463-4F46-BA60-54B5022157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614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A45DD93-825B-D83C-F352-6A541AD00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572B82-76BF-AC52-3DDB-61DDA454E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7956FB-AB46-33B1-D41A-49318FB7E2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6F3E0A-2562-4884-BDAB-873ADE9800EF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243BB3-C298-C969-56FC-F8FBEC565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42B30E-3DE9-0684-7AD2-CD0A82BD61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DD7351-4463-4F46-BA60-54B5022157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9744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C4B26-4A90-B469-AEC1-1DE6668F02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Viewer </a:t>
            </a:r>
            <a:r>
              <a:rPr lang="ko-KR" altLang="en-US" dirty="0"/>
              <a:t>샘플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3499AD-23FB-30F6-F559-9F415B2864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코드 분석</a:t>
            </a:r>
          </a:p>
        </p:txBody>
      </p:sp>
    </p:spTree>
    <p:extLst>
      <p:ext uri="{BB962C8B-B14F-4D97-AF65-F5344CB8AC3E}">
        <p14:creationId xmlns:p14="http://schemas.microsoft.com/office/powerpoint/2010/main" val="3301053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9A8277-3204-6B6E-B499-AEE5E2AB3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26F132-AFB7-B11A-A374-F6E9D3CEB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Dx11 – Qt </a:t>
            </a:r>
            <a:r>
              <a:rPr lang="ko-KR" altLang="en-US" dirty="0"/>
              <a:t>연동</a:t>
            </a:r>
            <a:endParaRPr lang="en-US" altLang="ko-KR" dirty="0"/>
          </a:p>
          <a:p>
            <a:r>
              <a:rPr lang="ko-KR" altLang="en-US" dirty="0"/>
              <a:t>렌더링 파이프라인 </a:t>
            </a:r>
            <a:endParaRPr lang="en-US" altLang="ko-KR" dirty="0"/>
          </a:p>
          <a:p>
            <a:r>
              <a:rPr lang="ko-KR" altLang="en-US" dirty="0"/>
              <a:t>프로그램 </a:t>
            </a:r>
            <a:r>
              <a:rPr lang="en-US" altLang="ko-KR" dirty="0"/>
              <a:t>4</a:t>
            </a:r>
            <a:r>
              <a:rPr lang="ko-KR" altLang="en-US" dirty="0"/>
              <a:t>분할</a:t>
            </a:r>
            <a:r>
              <a:rPr lang="en-US" altLang="ko-KR" dirty="0"/>
              <a:t>/Qt UI </a:t>
            </a:r>
            <a:r>
              <a:rPr lang="ko-KR" altLang="en-US" dirty="0"/>
              <a:t>구성</a:t>
            </a:r>
            <a:endParaRPr lang="en-US" altLang="ko-KR" dirty="0"/>
          </a:p>
          <a:p>
            <a:r>
              <a:rPr lang="en-US" altLang="ko-KR" dirty="0" err="1"/>
              <a:t>Mpr</a:t>
            </a:r>
            <a:r>
              <a:rPr lang="ko-KR" altLang="en-US" dirty="0"/>
              <a:t> 단면 출력</a:t>
            </a:r>
            <a:endParaRPr lang="en-US" altLang="ko-KR" dirty="0"/>
          </a:p>
          <a:p>
            <a:r>
              <a:rPr lang="ko-KR" altLang="en-US" dirty="0"/>
              <a:t>슬라이스 업데이트</a:t>
            </a:r>
            <a:endParaRPr lang="en-US" altLang="ko-KR" dirty="0"/>
          </a:p>
          <a:p>
            <a:r>
              <a:rPr lang="ko-KR" altLang="en-US" dirty="0"/>
              <a:t>입력 좌표 기반 십자선 중심 이동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1984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D86FD-C095-24CA-19D6-2FF469243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ko-KR" dirty="0"/>
            </a:br>
            <a:r>
              <a:rPr lang="en-US" altLang="ko-KR" dirty="0"/>
              <a:t>Dx11 – Qt </a:t>
            </a:r>
            <a:r>
              <a:rPr lang="ko-KR" altLang="en-US" dirty="0"/>
              <a:t>연동</a:t>
            </a:r>
            <a:br>
              <a:rPr lang="en-US" altLang="ko-KR" dirty="0"/>
            </a:br>
            <a:r>
              <a:rPr lang="ko-KR" altLang="en-US" dirty="0"/>
              <a:t>기본 개념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200E1C-797D-61E5-1080-E6400FC2E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Tx/>
              <a:buChar char="-"/>
            </a:pPr>
            <a:r>
              <a:rPr lang="en-US" altLang="ko-KR" sz="2600" dirty="0"/>
              <a:t>QDirect3D11Widget</a:t>
            </a:r>
            <a:r>
              <a:rPr lang="ko-KR" altLang="en-US" sz="2600" dirty="0"/>
              <a:t>은 </a:t>
            </a:r>
            <a:r>
              <a:rPr lang="en-US" altLang="ko-KR" sz="2600" dirty="0"/>
              <a:t>Qt </a:t>
            </a:r>
            <a:r>
              <a:rPr lang="ko-KR" altLang="en-US" sz="2600" dirty="0"/>
              <a:t>위젯</a:t>
            </a:r>
            <a:r>
              <a:rPr lang="en-US" altLang="ko-KR" sz="2600" dirty="0"/>
              <a:t>(Qt</a:t>
            </a:r>
            <a:r>
              <a:rPr lang="ko-KR" altLang="en-US" sz="2600" dirty="0"/>
              <a:t> </a:t>
            </a:r>
            <a:r>
              <a:rPr lang="en-US" altLang="ko-KR" sz="2600" dirty="0"/>
              <a:t>GUI)</a:t>
            </a:r>
            <a:r>
              <a:rPr lang="ko-KR" altLang="en-US" sz="2600" dirty="0"/>
              <a:t>를 이용하면서</a:t>
            </a:r>
            <a:r>
              <a:rPr lang="en-US" altLang="ko-KR" sz="2600" dirty="0"/>
              <a:t> </a:t>
            </a:r>
          </a:p>
          <a:p>
            <a:pPr marL="0" indent="0">
              <a:buNone/>
            </a:pPr>
            <a:r>
              <a:rPr lang="ko-KR" altLang="en-US" sz="2600" dirty="0"/>
              <a:t>그 위젯 내부에 </a:t>
            </a:r>
            <a:r>
              <a:rPr lang="en-US" altLang="ko-KR" sz="2600" dirty="0"/>
              <a:t>Direct3D 11</a:t>
            </a:r>
            <a:r>
              <a:rPr lang="ko-KR" altLang="en-US" sz="2600" dirty="0"/>
              <a:t>의 렌더링 결과를 직접 출력</a:t>
            </a:r>
            <a:endParaRPr lang="en-US" altLang="ko-KR" sz="2600" dirty="0"/>
          </a:p>
          <a:p>
            <a:pPr marL="0" indent="0">
              <a:buNone/>
            </a:pPr>
            <a:endParaRPr lang="en-US" altLang="ko-KR" sz="2600" dirty="0"/>
          </a:p>
          <a:p>
            <a:pPr marL="0" indent="0">
              <a:buNone/>
            </a:pPr>
            <a:r>
              <a:rPr lang="en-US" altLang="ko-KR" sz="2600" dirty="0"/>
              <a:t>- Qt</a:t>
            </a:r>
            <a:r>
              <a:rPr lang="ko-KR" altLang="en-US" sz="2600" dirty="0"/>
              <a:t>가 만든 윈도우 핸들</a:t>
            </a:r>
            <a:r>
              <a:rPr lang="en-US" altLang="ko-KR" sz="2600" dirty="0"/>
              <a:t>(HWND)</a:t>
            </a:r>
            <a:r>
              <a:rPr lang="ko-KR" altLang="en-US" sz="2600" dirty="0"/>
              <a:t>을 </a:t>
            </a:r>
            <a:r>
              <a:rPr lang="en-US" altLang="ko-KR" sz="2600" dirty="0"/>
              <a:t>Direct3D</a:t>
            </a:r>
            <a:r>
              <a:rPr lang="ko-KR" altLang="en-US" sz="2600" dirty="0"/>
              <a:t>의 출력 대상</a:t>
            </a:r>
            <a:r>
              <a:rPr lang="en-US" altLang="ko-KR" sz="2600" dirty="0"/>
              <a:t>(Window Surface)</a:t>
            </a:r>
            <a:r>
              <a:rPr lang="ko-KR" altLang="en-US" sz="2600" dirty="0"/>
              <a:t>로 사용하는 구조</a:t>
            </a:r>
            <a:endParaRPr lang="en-US" altLang="ko-KR" sz="2600" dirty="0"/>
          </a:p>
          <a:p>
            <a:pPr marL="0" indent="0">
              <a:buNone/>
            </a:pPr>
            <a:endParaRPr lang="en-US" altLang="ko-KR" sz="2600" dirty="0"/>
          </a:p>
          <a:p>
            <a:pPr>
              <a:buFontTx/>
              <a:buChar char="-"/>
            </a:pPr>
            <a:r>
              <a:rPr lang="en-US" altLang="ko-KR" sz="2600" dirty="0"/>
              <a:t>Qt / Direct3D </a:t>
            </a:r>
            <a:r>
              <a:rPr lang="ko-KR" altLang="en-US" sz="2600" dirty="0"/>
              <a:t>공존하는 이유</a:t>
            </a:r>
            <a:endParaRPr lang="en-US" altLang="ko-KR" sz="2600" dirty="0"/>
          </a:p>
          <a:p>
            <a:pPr marL="0" indent="0">
              <a:buNone/>
            </a:pPr>
            <a:r>
              <a:rPr lang="en-US" altLang="ko-KR" sz="2600" dirty="0"/>
              <a:t>: Qt</a:t>
            </a:r>
            <a:r>
              <a:rPr lang="ko-KR" altLang="en-US" sz="2600" dirty="0"/>
              <a:t>는 윈도우 생성 및 입력 이벤트 처리</a:t>
            </a:r>
            <a:r>
              <a:rPr lang="en-US" altLang="ko-KR" sz="2600" dirty="0"/>
              <a:t>(UI)</a:t>
            </a:r>
            <a:r>
              <a:rPr lang="ko-KR" altLang="en-US" sz="2600" dirty="0"/>
              <a:t> 담당</a:t>
            </a:r>
            <a:endParaRPr lang="en-US" altLang="ko-KR" sz="2600" dirty="0"/>
          </a:p>
          <a:p>
            <a:pPr marL="0" indent="0">
              <a:buNone/>
            </a:pPr>
            <a:r>
              <a:rPr lang="en-US" altLang="ko-KR" sz="2600" dirty="0"/>
              <a:t>: Direct3D</a:t>
            </a:r>
            <a:r>
              <a:rPr lang="ko-KR" altLang="en-US" sz="2600" dirty="0"/>
              <a:t>는 </a:t>
            </a:r>
            <a:r>
              <a:rPr lang="en-US" altLang="ko-KR" sz="2600" dirty="0" err="1"/>
              <a:t>Gpu</a:t>
            </a:r>
            <a:r>
              <a:rPr lang="en-US" altLang="ko-KR" sz="2600" dirty="0"/>
              <a:t> </a:t>
            </a:r>
            <a:r>
              <a:rPr lang="ko-KR" altLang="en-US" sz="2600" dirty="0"/>
              <a:t>기반의 고성능 그래픽 렌더링 담당</a:t>
            </a:r>
            <a:endParaRPr lang="en-US" altLang="ko-KR" sz="2600" dirty="0"/>
          </a:p>
          <a:p>
            <a:pPr marL="0" indent="0">
              <a:buNone/>
            </a:pPr>
            <a:r>
              <a:rPr lang="en-US" altLang="ko-KR" sz="2600" dirty="0"/>
              <a:t>: Qt</a:t>
            </a:r>
            <a:r>
              <a:rPr lang="ko-KR" altLang="en-US" sz="2600" dirty="0"/>
              <a:t>의 이벤트 루프</a:t>
            </a:r>
            <a:r>
              <a:rPr lang="en-US" altLang="ko-KR" sz="2600" dirty="0"/>
              <a:t>(</a:t>
            </a:r>
            <a:r>
              <a:rPr lang="ko-KR" altLang="en-US" sz="2600" dirty="0"/>
              <a:t>입력</a:t>
            </a:r>
            <a:r>
              <a:rPr lang="en-US" altLang="ko-KR" sz="2600" dirty="0"/>
              <a:t>/</a:t>
            </a:r>
            <a:r>
              <a:rPr lang="ko-KR" altLang="en-US" sz="2600" dirty="0"/>
              <a:t>갱신 타이밍</a:t>
            </a:r>
            <a:r>
              <a:rPr lang="en-US" altLang="ko-KR" sz="2600" dirty="0"/>
              <a:t>)</a:t>
            </a:r>
            <a:r>
              <a:rPr lang="ko-KR" altLang="en-US" sz="2600" dirty="0"/>
              <a:t>을 활용하면서</a:t>
            </a:r>
            <a:r>
              <a:rPr lang="en-US" altLang="ko-KR" sz="2600" dirty="0"/>
              <a:t>, </a:t>
            </a:r>
            <a:r>
              <a:rPr lang="ko-KR" altLang="en-US" sz="2600" dirty="0"/>
              <a:t>실제 그리기</a:t>
            </a:r>
            <a:r>
              <a:rPr lang="en-US" altLang="ko-KR" sz="2600" dirty="0"/>
              <a:t>(</a:t>
            </a:r>
            <a:r>
              <a:rPr lang="ko-KR" altLang="en-US" sz="2600" dirty="0"/>
              <a:t>렌더링</a:t>
            </a:r>
            <a:r>
              <a:rPr lang="en-US" altLang="ko-KR" sz="2600" dirty="0"/>
              <a:t>)</a:t>
            </a:r>
            <a:r>
              <a:rPr lang="ko-KR" altLang="en-US" sz="2600" dirty="0"/>
              <a:t>는</a:t>
            </a:r>
            <a:r>
              <a:rPr lang="en-US" altLang="ko-KR" sz="2600" dirty="0"/>
              <a:t> D3D11</a:t>
            </a:r>
            <a:r>
              <a:rPr lang="ko-KR" altLang="en-US" sz="2600" dirty="0"/>
              <a:t>이 직접 수행</a:t>
            </a:r>
            <a:endParaRPr lang="en-US" altLang="ko-KR" sz="2600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0558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19800-5855-D01C-C064-A40754BB2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C24DC-0F58-ADFF-2F4E-EF6C6775D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ko-KR" dirty="0"/>
            </a:br>
            <a:r>
              <a:rPr lang="en-US" altLang="ko-KR" dirty="0"/>
              <a:t>Dx11 – Qt </a:t>
            </a:r>
            <a:r>
              <a:rPr lang="ko-KR" altLang="en-US" dirty="0"/>
              <a:t>연동</a:t>
            </a:r>
            <a:br>
              <a:rPr lang="en-US" altLang="ko-KR" dirty="0"/>
            </a:br>
            <a:r>
              <a:rPr lang="ko-KR" altLang="en-US" dirty="0"/>
              <a:t>연동의 핵심 흐름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1DBDAC-483F-B606-3394-9EF8104AC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ko-KR" altLang="en-US" dirty="0"/>
              <a:t>윈도우 핸들 확보 </a:t>
            </a:r>
            <a:r>
              <a:rPr lang="en-US" altLang="ko-KR" dirty="0"/>
              <a:t>: </a:t>
            </a:r>
            <a:r>
              <a:rPr lang="en-US" altLang="ko-KR" dirty="0" err="1"/>
              <a:t>winId</a:t>
            </a:r>
            <a:r>
              <a:rPr lang="en-US" altLang="ko-KR" dirty="0"/>
              <a:t>()</a:t>
            </a:r>
            <a:r>
              <a:rPr lang="ko-KR" altLang="en-US" dirty="0"/>
              <a:t>를 통해 </a:t>
            </a:r>
            <a:r>
              <a:rPr lang="en-US" altLang="ko-KR" dirty="0"/>
              <a:t>HWND</a:t>
            </a:r>
            <a:r>
              <a:rPr lang="ko-KR" altLang="en-US" dirty="0"/>
              <a:t>를 가져옴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=&gt;Direct3D</a:t>
            </a:r>
            <a:r>
              <a:rPr lang="ko-KR" altLang="en-US" dirty="0"/>
              <a:t>는 </a:t>
            </a:r>
            <a:r>
              <a:rPr lang="en-US" altLang="ko-KR" dirty="0"/>
              <a:t>Win32 </a:t>
            </a:r>
            <a:r>
              <a:rPr lang="ko-KR" altLang="en-US" dirty="0"/>
              <a:t>윈도우 핸들을 필요로 함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F75433A-3498-2D0D-8832-34EC36CEE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76222"/>
            <a:ext cx="8535591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363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C5BE8-89D6-AE73-0FFE-8BFAF01B5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855133-85EB-BA99-0CC3-C220783D9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ko-KR" dirty="0"/>
            </a:br>
            <a:r>
              <a:rPr lang="en-US" altLang="ko-KR" dirty="0"/>
              <a:t>Dx11 – Qt </a:t>
            </a:r>
            <a:r>
              <a:rPr lang="ko-KR" altLang="en-US" dirty="0"/>
              <a:t>연동</a:t>
            </a:r>
            <a:br>
              <a:rPr lang="en-US" altLang="ko-KR" dirty="0"/>
            </a:br>
            <a:r>
              <a:rPr lang="ko-KR" altLang="en-US" dirty="0"/>
              <a:t>연동의 핵심 흐름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8F6CA1-2C24-3A9A-0E39-2E0C5382E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altLang="ko-KR" dirty="0"/>
              <a:t>Direct3D</a:t>
            </a:r>
            <a:r>
              <a:rPr lang="ko-KR" altLang="en-US" dirty="0"/>
              <a:t> 장치 생성 </a:t>
            </a:r>
            <a:r>
              <a:rPr lang="en-US" altLang="ko-KR" dirty="0"/>
              <a:t>: </a:t>
            </a:r>
          </a:p>
          <a:p>
            <a:pPr marL="0" indent="0">
              <a:buNone/>
            </a:pPr>
            <a:r>
              <a:rPr lang="en-US" altLang="ko-KR" dirty="0"/>
              <a:t>D3D11CreateDevice</a:t>
            </a:r>
          </a:p>
          <a:p>
            <a:pPr marL="0" indent="0">
              <a:buNone/>
            </a:pPr>
            <a:r>
              <a:rPr lang="en-US" altLang="ko-KR" dirty="0" err="1"/>
              <a:t>AndSwapChain</a:t>
            </a:r>
            <a:r>
              <a:rPr lang="en-US" altLang="ko-KR" dirty="0"/>
              <a:t>() </a:t>
            </a:r>
            <a:r>
              <a:rPr lang="ko-KR" altLang="en-US" dirty="0"/>
              <a:t>호출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=&gt;</a:t>
            </a:r>
            <a:r>
              <a:rPr lang="en-US" altLang="ko-KR" dirty="0" err="1"/>
              <a:t>Gpu</a:t>
            </a:r>
            <a:r>
              <a:rPr lang="en-US" altLang="ko-KR" dirty="0"/>
              <a:t> </a:t>
            </a:r>
            <a:r>
              <a:rPr lang="ko-KR" altLang="en-US" dirty="0"/>
              <a:t>디바이스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+ </a:t>
            </a:r>
            <a:r>
              <a:rPr lang="ko-KR" altLang="en-US" dirty="0" err="1"/>
              <a:t>스왑체인</a:t>
            </a:r>
            <a:r>
              <a:rPr lang="ko-KR" altLang="en-US" dirty="0"/>
              <a:t> 생성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6AF69BA-AC29-9898-EB19-71AB33A85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448" y="0"/>
            <a:ext cx="63279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521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1A686-DA04-F9A1-61D8-61CAC9660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33DDED-75A7-C349-EB57-3E768DA28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ko-KR" dirty="0"/>
            </a:br>
            <a:r>
              <a:rPr lang="en-US" altLang="ko-KR" dirty="0"/>
              <a:t>Dx11 – Qt </a:t>
            </a:r>
            <a:r>
              <a:rPr lang="ko-KR" altLang="en-US" dirty="0"/>
              <a:t>연동</a:t>
            </a:r>
            <a:br>
              <a:rPr lang="en-US" altLang="ko-KR" dirty="0"/>
            </a:br>
            <a:r>
              <a:rPr lang="ko-KR" altLang="en-US" dirty="0"/>
              <a:t>연동의 핵심 흐름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653EA6-E5C3-1794-648F-33AC3CF59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altLang="ko-KR" dirty="0"/>
              <a:t>Qt</a:t>
            </a:r>
            <a:r>
              <a:rPr lang="ko-KR" altLang="en-US" dirty="0"/>
              <a:t> 위젯을 직접 그리지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않게 설정 </a:t>
            </a:r>
            <a:r>
              <a:rPr lang="en-US" altLang="ko-KR" dirty="0"/>
              <a:t>: </a:t>
            </a:r>
          </a:p>
          <a:p>
            <a:pPr marL="0" indent="0">
              <a:buNone/>
            </a:pPr>
            <a:r>
              <a:rPr lang="en-US" altLang="ko-KR" dirty="0" err="1"/>
              <a:t>setAttribute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(Qt::</a:t>
            </a:r>
            <a:r>
              <a:rPr lang="en-US" altLang="ko-KR" dirty="0" err="1"/>
              <a:t>WA_PaintOnScreen</a:t>
            </a:r>
            <a:r>
              <a:rPr lang="en-US" altLang="ko-KR" dirty="0"/>
              <a:t>) </a:t>
            </a:r>
          </a:p>
          <a:p>
            <a:pPr marL="0" indent="0">
              <a:buNone/>
            </a:pPr>
            <a:r>
              <a:rPr lang="en-US" altLang="ko-KR" dirty="0"/>
              <a:t>/ </a:t>
            </a:r>
            <a:r>
              <a:rPr lang="en-US" altLang="ko-KR" dirty="0" err="1"/>
              <a:t>paintEngine</a:t>
            </a:r>
            <a:r>
              <a:rPr lang="en-US" altLang="ko-KR" dirty="0"/>
              <a:t>() = </a:t>
            </a:r>
            <a:r>
              <a:rPr lang="en-US" altLang="ko-KR" dirty="0" err="1"/>
              <a:t>nullptr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=&gt;Qt</a:t>
            </a:r>
            <a:r>
              <a:rPr lang="ko-KR" altLang="en-US" dirty="0"/>
              <a:t>의 </a:t>
            </a:r>
            <a:r>
              <a:rPr lang="ko-KR" altLang="en-US" dirty="0" err="1"/>
              <a:t>페인터</a:t>
            </a:r>
            <a:r>
              <a:rPr lang="ko-KR" altLang="en-US" dirty="0"/>
              <a:t> 대신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D3D</a:t>
            </a:r>
            <a:r>
              <a:rPr lang="ko-KR" altLang="en-US" dirty="0"/>
              <a:t>가 직접 그림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E50C229-BB7A-A02D-4E5F-2B2ABA535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396" y="365125"/>
            <a:ext cx="6918167" cy="503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976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B3022-5729-2E1A-A9D8-0709E066D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F182CB-D739-A77F-B5B4-5BFF686A2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ko-KR" dirty="0"/>
            </a:br>
            <a:r>
              <a:rPr lang="en-US" altLang="ko-KR" dirty="0"/>
              <a:t>Dx11 – Qt </a:t>
            </a:r>
            <a:r>
              <a:rPr lang="ko-KR" altLang="en-US" dirty="0"/>
              <a:t>연동</a:t>
            </a:r>
            <a:br>
              <a:rPr lang="en-US" altLang="ko-KR" dirty="0"/>
            </a:br>
            <a:r>
              <a:rPr lang="ko-KR" altLang="en-US" dirty="0"/>
              <a:t>연동의 핵심 흐름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8BD3A7-5E00-9DC5-49CF-F0E9AF833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ko-KR" altLang="en-US" dirty="0"/>
              <a:t>렌더링 루프 </a:t>
            </a:r>
            <a:r>
              <a:rPr lang="en-US" altLang="ko-KR" dirty="0"/>
              <a:t>: </a:t>
            </a:r>
          </a:p>
          <a:p>
            <a:pPr marL="0" indent="0">
              <a:buNone/>
            </a:pPr>
            <a:r>
              <a:rPr lang="en-US" altLang="ko-KR" dirty="0" err="1"/>
              <a:t>Qtimer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 err="1"/>
              <a:t>onFrame</a:t>
            </a:r>
            <a:r>
              <a:rPr lang="en-US" altLang="ko-KR" dirty="0"/>
              <a:t>()</a:t>
            </a:r>
          </a:p>
          <a:p>
            <a:pPr marL="0" indent="0">
              <a:buNone/>
            </a:pPr>
            <a:r>
              <a:rPr lang="en-US" altLang="ko-KR" dirty="0"/>
              <a:t>=&gt;Qt </a:t>
            </a:r>
            <a:r>
              <a:rPr lang="ko-KR" altLang="en-US" dirty="0"/>
              <a:t>타이머로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일정 </a:t>
            </a:r>
            <a:r>
              <a:rPr lang="en-US" altLang="ko-KR" dirty="0"/>
              <a:t>FPS(60Hz) </a:t>
            </a:r>
            <a:r>
              <a:rPr lang="ko-KR" altLang="en-US" dirty="0"/>
              <a:t>유지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E1030EB-F37C-3D56-7A6B-CDEF9830B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335" y="1825625"/>
            <a:ext cx="7201905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503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DDBA5-28C8-033D-1809-45A747F4A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543F97-F725-29B6-2542-9A672C254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ko-KR" dirty="0"/>
            </a:br>
            <a:r>
              <a:rPr lang="en-US" altLang="ko-KR" dirty="0"/>
              <a:t>Dx11 – Qt </a:t>
            </a:r>
            <a:r>
              <a:rPr lang="ko-KR" altLang="en-US" dirty="0"/>
              <a:t>연동</a:t>
            </a:r>
            <a:br>
              <a:rPr lang="en-US" altLang="ko-KR" dirty="0"/>
            </a:br>
            <a:r>
              <a:rPr lang="ko-KR" altLang="en-US" dirty="0"/>
              <a:t>연동의 핵심 흐름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B0F103-EE32-2E22-0486-364FECA8E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ko-KR" altLang="en-US" dirty="0"/>
              <a:t>화면 리사이즈 대응 </a:t>
            </a:r>
            <a:r>
              <a:rPr lang="en-US" altLang="ko-KR" dirty="0"/>
              <a:t>: </a:t>
            </a:r>
          </a:p>
          <a:p>
            <a:pPr marL="0" indent="0">
              <a:buNone/>
            </a:pPr>
            <a:r>
              <a:rPr lang="en-US" altLang="ko-KR" dirty="0" err="1"/>
              <a:t>resizeEvent</a:t>
            </a:r>
            <a:r>
              <a:rPr lang="en-US" altLang="ko-KR" dirty="0"/>
              <a:t>()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err="1"/>
              <a:t>onFrame</a:t>
            </a:r>
            <a:r>
              <a:rPr lang="en-US" altLang="ko-KR" dirty="0"/>
              <a:t>()</a:t>
            </a:r>
          </a:p>
          <a:p>
            <a:pPr marL="0" indent="0">
              <a:buNone/>
            </a:pPr>
            <a:r>
              <a:rPr lang="en-US" altLang="ko-KR" dirty="0"/>
              <a:t>=&gt;Qt </a:t>
            </a:r>
            <a:r>
              <a:rPr lang="ko-KR" altLang="en-US" dirty="0"/>
              <a:t>위젯 크기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변경 시 </a:t>
            </a:r>
            <a:r>
              <a:rPr lang="ko-KR" altLang="en-US" dirty="0" err="1"/>
              <a:t>백버퍼</a:t>
            </a:r>
            <a:r>
              <a:rPr lang="ko-KR" altLang="en-US" dirty="0"/>
              <a:t> 리사이즈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=&gt;Qt</a:t>
            </a:r>
            <a:r>
              <a:rPr lang="ko-KR" altLang="en-US" dirty="0"/>
              <a:t>의 이벤트 시스템에 의해 자동으로 호출되는 가상 함수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1FB5BD9-303F-5A20-D288-0C6FA6E51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448" y="1352909"/>
            <a:ext cx="5563376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037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1379D-8AD9-064D-46CA-53FCB9DA7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D3FFCD-EC22-888D-C000-7D9FC1983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altLang="ko-KR" dirty="0"/>
            </a:br>
            <a:r>
              <a:rPr lang="en-US" altLang="ko-KR" dirty="0"/>
              <a:t>Dx11 – Qt </a:t>
            </a:r>
            <a:r>
              <a:rPr lang="ko-KR" altLang="en-US" dirty="0"/>
              <a:t>연동</a:t>
            </a:r>
            <a:br>
              <a:rPr lang="en-US" altLang="ko-KR" dirty="0"/>
            </a:br>
            <a:r>
              <a:rPr lang="ko-KR" altLang="en-US" dirty="0"/>
              <a:t>연동의 핵심 흐름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98DA5F-5F92-D433-922D-95194DB35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ko-KR" altLang="en-US" dirty="0"/>
              <a:t>입력 이벤트 전달 </a:t>
            </a:r>
            <a:r>
              <a:rPr lang="en-US" altLang="ko-KR" dirty="0"/>
              <a:t>: </a:t>
            </a:r>
          </a:p>
          <a:p>
            <a:pPr marL="0" indent="0">
              <a:buNone/>
            </a:pPr>
            <a:r>
              <a:rPr lang="en-US" altLang="ko-KR" dirty="0"/>
              <a:t>Event</a:t>
            </a:r>
            <a:r>
              <a:rPr lang="ko-KR" altLang="en-US" dirty="0"/>
              <a:t> </a:t>
            </a:r>
            <a:r>
              <a:rPr lang="ko-KR" altLang="en-US" dirty="0" err="1"/>
              <a:t>오버라이드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=&gt;</a:t>
            </a:r>
            <a:r>
              <a:rPr lang="ko-KR" altLang="en-US" dirty="0"/>
              <a:t>마우스</a:t>
            </a:r>
            <a:r>
              <a:rPr lang="en-US" altLang="ko-KR" dirty="0"/>
              <a:t>/</a:t>
            </a:r>
            <a:r>
              <a:rPr lang="ko-KR" altLang="en-US" dirty="0"/>
              <a:t>키보드 이벤트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Qt </a:t>
            </a:r>
            <a:r>
              <a:rPr lang="ko-KR" altLang="en-US" dirty="0"/>
              <a:t>시그널로 전달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0F98409-961D-205F-A526-DA694D016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448" y="1352909"/>
            <a:ext cx="5563376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78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8EA3B-5546-2050-8724-FEB46DF47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렌더링 파이프라인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2C572D-1D59-84F2-D240-8DC9E65FB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main.cpp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8B9D9B-44B3-543D-BE98-F643E0CB9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8894" y="1375693"/>
            <a:ext cx="7744906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410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FCDC4-6657-7A41-CCE7-AD39995F3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C25A30-59C4-06B1-9A0D-B51F9B4A3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렌더링 파이프라인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14FC03-1ED1-7B31-3139-1F5E7294B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ViewerSample.cpp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F9205E6-60E8-E37D-9758-F579ADA96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295" y="2442642"/>
            <a:ext cx="9364382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882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BD587-ED9C-4D3E-001D-7D54AD661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C02ED0-4722-0761-D6B6-4EFB1EDF7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렌더링 파이프라인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0697CC-9EF3-90D5-67FE-7634AD15A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Qdirect3D11Widget.cpp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627E151-6E2A-2B04-2A97-BF93AADF4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211" y="2495419"/>
            <a:ext cx="8287907" cy="186716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1526527-FED5-56F2-61F5-E9C3CC943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316" y="4378030"/>
            <a:ext cx="7220958" cy="2114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546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C3934-E4D8-F188-9CE4-0134C1FF2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B7CC60-AB80-7555-4600-124B20324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렌더링 파이프라인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902BEF-B831-D7FD-FBE4-073B0DBCF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Qdirect3D11Widget.cpp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127077D-00D2-F765-C2C4-837CDD74C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33" y="2322255"/>
            <a:ext cx="3324689" cy="190526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8883414-6D73-A55B-15D2-F4417EAF7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33" y="4387556"/>
            <a:ext cx="8249801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924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39538-231F-589D-0A4B-7D7373FC3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82532F-51BC-F14E-700E-9BE9B5863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렌더링 파이프라인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51CEDC-B1C7-F6DB-A3C4-10D198BC0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Qdirect3D11Widget.cpp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9545317-0C55-E6A2-7018-82542C9D9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4373" y="1825625"/>
            <a:ext cx="5413110" cy="4810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930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8367F-D482-4719-239B-D0DD6B4F2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01D4A8-3BCE-0117-D40F-20204EE6B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MPR</a:t>
            </a:r>
            <a:r>
              <a:rPr lang="ko-KR" altLang="en-US" dirty="0"/>
              <a:t> 단면 출력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8A2F49-A441-0558-7088-61DB03F738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Qdirect3D11Widget.cpp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D128F22-FA77-4545-3D2F-E3220EA4C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405" y="2834558"/>
            <a:ext cx="7821116" cy="166710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42E72ED-5956-EAB8-D754-8483E1765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906" y="2452980"/>
            <a:ext cx="3162741" cy="31436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D3AD000-6CDD-F756-CFD4-23004D485D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405" y="4939208"/>
            <a:ext cx="7992590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2959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ECDBF-78C4-1470-0D11-373AFC8AF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01A54A-537A-6787-F082-672A61834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MPR</a:t>
            </a:r>
            <a:r>
              <a:rPr lang="ko-KR" altLang="en-US" dirty="0"/>
              <a:t> 단면 출력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E0A2B8-7E73-5878-5F61-103AF61AA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Qdirect3D11Widget.cpp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2270D7-30E9-341D-73EF-DF95A76242E0}"/>
              </a:ext>
            </a:extLst>
          </p:cNvPr>
          <p:cNvSpPr txBox="1"/>
          <p:nvPr/>
        </p:nvSpPr>
        <p:spPr>
          <a:xfrm>
            <a:off x="1109278" y="3280459"/>
            <a:ext cx="60942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Direct3D 11</a:t>
            </a:r>
            <a:r>
              <a:rPr lang="ko-KR" altLang="en-US" b="1" dirty="0"/>
              <a:t>을 이용해 의료 영상 뷰어의 </a:t>
            </a:r>
            <a:r>
              <a:rPr lang="ko-KR" altLang="en-US" b="1" dirty="0" err="1"/>
              <a:t>렌더</a:t>
            </a:r>
            <a:r>
              <a:rPr lang="ko-KR" altLang="en-US" b="1" dirty="0"/>
              <a:t> 타겟</a:t>
            </a:r>
            <a:r>
              <a:rPr lang="en-US" altLang="ko-KR" b="1" dirty="0"/>
              <a:t>(Render Target)</a:t>
            </a:r>
            <a:r>
              <a:rPr lang="ko-KR" altLang="en-US" b="1" dirty="0"/>
              <a:t>을 초기화하는 함수입니다</a:t>
            </a:r>
            <a:r>
              <a:rPr lang="en-US" altLang="ko-KR" b="1" dirty="0"/>
              <a:t>. </a:t>
            </a:r>
            <a:r>
              <a:rPr lang="ko-KR" altLang="en-US" b="1" dirty="0"/>
              <a:t>즉</a:t>
            </a:r>
            <a:r>
              <a:rPr lang="en-US" altLang="ko-KR" b="1" dirty="0"/>
              <a:t>, DICOM </a:t>
            </a:r>
            <a:r>
              <a:rPr lang="ko-KR" altLang="en-US" b="1" dirty="0"/>
              <a:t>데이터를 기반으로 축상</a:t>
            </a:r>
            <a:r>
              <a:rPr lang="en-US" altLang="ko-KR" b="1" dirty="0"/>
              <a:t>(axial), </a:t>
            </a:r>
            <a:r>
              <a:rPr lang="ko-KR" altLang="en-US" b="1" dirty="0"/>
              <a:t>관상</a:t>
            </a:r>
            <a:r>
              <a:rPr lang="en-US" altLang="ko-KR" b="1" dirty="0"/>
              <a:t>(coronal), </a:t>
            </a:r>
            <a:r>
              <a:rPr lang="ko-KR" altLang="en-US" b="1" dirty="0"/>
              <a:t>시상</a:t>
            </a:r>
            <a:r>
              <a:rPr lang="en-US" altLang="ko-KR" b="1" dirty="0"/>
              <a:t>(sagittal) </a:t>
            </a:r>
            <a:r>
              <a:rPr lang="ko-KR" altLang="en-US" b="1" dirty="0"/>
              <a:t>뷰를 그릴 수 있도록 </a:t>
            </a:r>
            <a:r>
              <a:rPr lang="en-US" altLang="ko-KR" b="1" dirty="0"/>
              <a:t>GPU </a:t>
            </a:r>
            <a:r>
              <a:rPr lang="ko-KR" altLang="en-US" b="1" dirty="0"/>
              <a:t>리소스를 준비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CB87914-1151-DAD1-48FD-BE5D390E2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278" y="2434376"/>
            <a:ext cx="5201376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06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66A73-E7BA-E66E-3C55-9A9C089FB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938A40-CECA-4544-5060-479CAD794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MPR</a:t>
            </a:r>
            <a:r>
              <a:rPr lang="ko-KR" altLang="en-US" dirty="0"/>
              <a:t> 단면 출력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A45545-DE95-56E9-8163-0580E2ED8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Qdirect3D11Widget.cpp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DF8D2DA-E34F-34A8-80D3-6C9BE0A9A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802" y="2575664"/>
            <a:ext cx="9030960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081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54A77-689D-4126-3C10-72A2A0311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78C03C-BCF5-3888-E3AF-99069F83F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MPR</a:t>
            </a:r>
            <a:r>
              <a:rPr lang="ko-KR" altLang="en-US" dirty="0"/>
              <a:t> 단면 출력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5080FD-B988-7885-11D7-9A62987CF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FileReader.cpp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80197B-FC68-78F7-6E68-BA3381923E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031" y="2169711"/>
            <a:ext cx="6373959" cy="444929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C9DD127-5729-AA50-6735-069D61B4C3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390" y="2339482"/>
            <a:ext cx="4034242" cy="442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481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A79BB-FA1B-A4AB-F1C9-DAD3F6B7A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4E495-597C-3CDE-5A9C-D0E773073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슬라이스 업데이트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1F6D33-D64E-627E-7B6F-ED98EF6FC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FileReader.cpp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3787D8C-9E51-F7EA-9FC2-3F341C894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031" y="2169711"/>
            <a:ext cx="6373959" cy="444929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544CB29-D3AB-241A-B58A-81D909850A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390" y="2339482"/>
            <a:ext cx="4034242" cy="442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7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419</Words>
  <Application>Microsoft Office PowerPoint</Application>
  <PresentationFormat>와이드스크린</PresentationFormat>
  <Paragraphs>80</Paragraphs>
  <Slides>19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Viewer 샘플 </vt:lpstr>
      <vt:lpstr>목차</vt:lpstr>
      <vt:lpstr> Dx11 – Qt 연동 기본 개념 </vt:lpstr>
      <vt:lpstr> Dx11 – Qt 연동 연동의 핵심 흐름 </vt:lpstr>
      <vt:lpstr> Dx11 – Qt 연동 연동의 핵심 흐름 </vt:lpstr>
      <vt:lpstr> Dx11 – Qt 연동 연동의 핵심 흐름 </vt:lpstr>
      <vt:lpstr> Dx11 – Qt 연동 연동의 핵심 흐름 </vt:lpstr>
      <vt:lpstr> Dx11 – Qt 연동 연동의 핵심 흐름 </vt:lpstr>
      <vt:lpstr> Dx11 – Qt 연동 연동의 핵심 흐름 </vt:lpstr>
      <vt:lpstr>렌더링 파이프라인</vt:lpstr>
      <vt:lpstr>렌더링 파이프라인</vt:lpstr>
      <vt:lpstr>렌더링 파이프라인</vt:lpstr>
      <vt:lpstr>렌더링 파이프라인</vt:lpstr>
      <vt:lpstr>렌더링 파이프라인</vt:lpstr>
      <vt:lpstr>MPR 단면 출력</vt:lpstr>
      <vt:lpstr>MPR 단면 출력</vt:lpstr>
      <vt:lpstr>MPR 단면 출력</vt:lpstr>
      <vt:lpstr>MPR 단면 출력</vt:lpstr>
      <vt:lpstr>슬라이스 업데이트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 은지</dc:creator>
  <cp:lastModifiedBy>윤 은지</cp:lastModifiedBy>
  <cp:revision>9</cp:revision>
  <dcterms:created xsi:type="dcterms:W3CDTF">2025-10-16T23:01:08Z</dcterms:created>
  <dcterms:modified xsi:type="dcterms:W3CDTF">2025-10-17T04:43:46Z</dcterms:modified>
</cp:coreProperties>
</file>